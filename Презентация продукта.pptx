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9193FC-A488-5750-C9FF-50B855656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D301D65-D72E-F71D-CF25-CEA4826EF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52BC32-1878-61BF-940E-1CD0BDE6E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9FD19-C668-4C59-9500-BAD4F5F5979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506CA5-1F17-1ED8-9BB6-AB3338111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3307C9-B651-4C92-E67B-05ED844DA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C724-0A64-46EF-A55F-48EA67A57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46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62933-0C1A-BE4E-723F-BDCAB6D2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676986-4492-2D99-8689-8BE758BD1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05A015-CB7A-925C-F06F-29560E209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9FD19-C668-4C59-9500-BAD4F5F5979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BB90EF-9874-91B8-A386-26AAA2B1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378374-6709-13FC-5B47-B767AE430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C724-0A64-46EF-A55F-48EA67A57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322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BA5F3-C58B-F3B2-B38B-9A81244F4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DCD2EB-C67E-65A3-9EFD-F180B5D81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686131-8667-E5BC-87E0-0432E437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9FD19-C668-4C59-9500-BAD4F5F5979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0DDD7F-1E59-B59D-BD12-D216F51E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8F3653-38D5-29FB-67B4-BEFA0EDC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C724-0A64-46EF-A55F-48EA67A57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13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21E47-D1CC-60D5-0E03-E63AAE110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EB6DB9-7FA9-42B8-9FC3-E27045AAA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7F208-CC06-D6A3-8746-C75AC0319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06F541-0FDE-68C0-8650-B0760C348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9FD19-C668-4C59-9500-BAD4F5F5979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C6FA2F-1EF3-0F80-C9A8-AB59CA71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25A53E-4302-E931-928F-7A2DCC59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C724-0A64-46EF-A55F-48EA67A57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205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4814E-6726-CC07-44DE-2D15C7B98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ED968C-BC31-6B7E-59A6-0E91D3A36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21D8FF-31BB-3C63-6E57-7AA083DB0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17469F3-D59D-50CE-3114-2C58C6B0F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BAD410-3B66-909A-2EE1-E3BA41B76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252DBF0-086B-BF6F-52C1-A14FE8845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9FD19-C668-4C59-9500-BAD4F5F5979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5B4223-3F9C-B40A-47C7-477A7F814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64673B-7464-4BC7-2643-7BF8A1E9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C724-0A64-46EF-A55F-48EA67A57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376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93360-2530-4B22-1E91-7E50C8814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701AA03-6ED6-110A-5A9F-03E99CAD2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9FD19-C668-4C59-9500-BAD4F5F5979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F6CC3C8-3EC5-1C88-7764-8B20CEBC6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E9C8B2A-D519-62A5-EE8D-93D79DC7D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C724-0A64-46EF-A55F-48EA67A57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72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D20550-A354-21D8-B8AB-1313E47AC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9FD19-C668-4C59-9500-BAD4F5F5979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2F2C69-094D-B093-A78B-B62738A84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05A86D-735F-527C-C316-5C98AE81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C724-0A64-46EF-A55F-48EA67A57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183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7CD15E-3107-A40F-14E8-84D24B489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56BA4-2EB1-0E4B-8810-CEBD505B1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A8FEDE-34AB-AE99-6F9B-AAA5B0260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ABFFBC-2C02-4B4B-F585-276500A7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9FD19-C668-4C59-9500-BAD4F5F5979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8A7BD8-4855-DF9E-39F4-F9BB4BBDC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2F297F-B2E4-C32B-152C-F0942D32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C724-0A64-46EF-A55F-48EA67A57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688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DFB6AB-3D1C-7760-719E-22D477C07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7C1285-7AF8-308F-224B-A4D231F02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E7E21C-D1FF-1F59-4B29-9A25D792D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EB76A0-E665-5D8F-1C4B-33BDE1EC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9FD19-C668-4C59-9500-BAD4F5F5979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F64133-6430-97B2-BAC5-1BB8E1EF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2E4C0E-46A1-4399-EB70-6468A9C5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C724-0A64-46EF-A55F-48EA67A57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46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F2D170-FC3A-335D-B307-FF77873B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078531-50B0-DA17-FA01-BA73B8F00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EDA842-21AD-5461-0D2A-B5A385555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9FD19-C668-4C59-9500-BAD4F5F5979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DB5572-5585-2BB7-115F-4997B188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FE19D6-4B14-28E8-D7DC-9934B1FE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C724-0A64-46EF-A55F-48EA67A57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468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20427BD-BB57-B91F-7CEA-6176F64BA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741A4B-8B1D-788D-65CF-8681FE2F3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53BB9A-0299-D2FF-9534-E48D8695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9FD19-C668-4C59-9500-BAD4F5F5979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A4CEE3-A48C-84AD-614F-C67106814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0962F4-63BE-DF9B-ED09-F8206FC9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C724-0A64-46EF-A55F-48EA67A57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699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67A8E-CFC8-428B-36DB-95B21254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0E7A0C-8129-B00B-4069-43106233E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F6C827-D9D1-F63E-4533-211257E29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9FD19-C668-4C59-9500-BAD4F5F5979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D1B011-758F-4E8B-1908-A7FF6A56B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FE4D6B-6245-A688-E94C-A8AA4B63E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5C724-0A64-46EF-A55F-48EA67A57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2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Шрифт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14F1AAE-17A2-DFA8-5061-2EB139F8B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673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51EEA7C-4A62-CDC9-492F-FF5961B35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70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9229CBD-6EC0-3052-400E-DE16DB392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, меню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ADFCCC0-6C7E-72B2-222F-E91B9D9A6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8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C84047E-246C-9674-6232-F0FDC86B8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664ABA9-9C9E-054F-FFF4-16375956C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30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компьютер, мультимеди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7C2FA21-B423-3C56-86CE-1368FC2C5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53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круг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F2988F4-0720-EA7C-BB04-06B036673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Человеческое лицо, человек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D0933EF-CEC1-4ED3-4819-A72C86C77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20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618E8F7-A00E-D9D0-5080-DB88C4476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BA08BEC-756D-12BF-88F5-4869A7D77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F9108D1-699B-68AB-7444-B476F9B8A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C259A0F-49C6-F599-1E7F-D18FA4B7D5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892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Мария Пыркина</dc:creator>
  <cp:lastModifiedBy>Мария Пыркина</cp:lastModifiedBy>
  <cp:revision>3</cp:revision>
  <dcterms:created xsi:type="dcterms:W3CDTF">2025-04-21T08:53:19Z</dcterms:created>
  <dcterms:modified xsi:type="dcterms:W3CDTF">2025-04-21T09:52:52Z</dcterms:modified>
</cp:coreProperties>
</file>